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union_abstract_figure_confirmed_signal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679450"/>
            <a:ext cx="12122785" cy="57823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付亮</cp:lastModifiedBy>
  <cp:revision>157</cp:revision>
  <dcterms:created xsi:type="dcterms:W3CDTF">2019-06-19T02:08:00Z</dcterms:created>
  <dcterms:modified xsi:type="dcterms:W3CDTF">2026-03-31T02:43:17Z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315FD1E2B42D4E7E9BBE1E7BBC97FA30_11</vt:lpwstr>
  </property>
</Properties>
</file>