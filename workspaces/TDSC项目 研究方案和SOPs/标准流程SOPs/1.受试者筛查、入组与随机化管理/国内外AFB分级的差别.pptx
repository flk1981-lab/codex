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291590"/>
            <a:ext cx="9274810" cy="52520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705" y="0"/>
            <a:ext cx="5662295" cy="21736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" y="2706370"/>
            <a:ext cx="11351260" cy="40474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890" y="0"/>
            <a:ext cx="5071110" cy="29368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9275" y="515620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International scanty/rare corresponds approximately to very low positive smears in the Chinese grading system, spanning the Chinese “exact count” category and part of Chinese 1+; Chinese 2+, 3+, and 4+ roughly correspond to international 1+, 2+, and 3+, respectively.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WPS 演示</Application>
  <PresentationFormat>宽屏</PresentationFormat>
  <Paragraphs>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付亮</cp:lastModifiedBy>
  <cp:revision>157</cp:revision>
  <dcterms:created xsi:type="dcterms:W3CDTF">2019-06-19T02:08:00Z</dcterms:created>
  <dcterms:modified xsi:type="dcterms:W3CDTF">2026-03-10T07:52:21Z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14117CA7878A4CCF991406CBDA4CBA46_13</vt:lpwstr>
  </property>
</Properties>
</file>